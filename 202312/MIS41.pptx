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4669"/>
  </p:normalViewPr>
  <p:slideViewPr>
    <p:cSldViewPr snapToGrid="0">
      <p:cViewPr varScale="1">
        <p:scale>
          <a:sx n="148" d="100"/>
          <a:sy n="148" d="100"/>
        </p:scale>
        <p:origin x="1016"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2079917"/>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US" altLang="ja-JP"/>
              <a:t>M. Wang; G. Yu; D. Yu. Effect of the age of papers on the preferential attachment in citation networks. </a:t>
            </a:r>
            <a:r>
              <a:rPr lang="en-US" altLang="ja-JP" i="1"/>
              <a:t>Physica A: Statistical Mechanics and its Applications</a:t>
            </a:r>
            <a:r>
              <a:rPr lang="en-US" altLang="ja-JP"/>
              <a:t> (2009).</a:t>
            </a:r>
          </a:p>
          <a:p>
            <a:pPr marL="742950" lvl="1" indent="-285750">
              <a:buFont typeface="Arial" panose="020B0604020202020204" pitchFamily="34" charset="0"/>
              <a:buChar char="•"/>
            </a:pPr>
            <a:r>
              <a:rPr lang="ja-JP" altLang="en-US"/>
              <a:t>ネットワークモデル（優先的選択）に基づく</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4863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4"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2" cy="302331"/>
          </a:xfrm>
          <a:prstGeom prst="bentConnector3">
            <a:avLst>
              <a:gd name="adj1" fmla="val 55155"/>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753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4430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877</TotalTime>
  <Words>1042</Words>
  <Application>Microsoft Macintosh PowerPoint</Application>
  <PresentationFormat>ワイド画面</PresentationFormat>
  <Paragraphs>132</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120</cp:revision>
  <dcterms:created xsi:type="dcterms:W3CDTF">2026-05-11T07:04:57Z</dcterms:created>
  <dcterms:modified xsi:type="dcterms:W3CDTF">2026-05-19T06:42:49Z</dcterms:modified>
</cp:coreProperties>
</file>