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456"/>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2026/6/2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2026/6/2</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458585" y="5842337"/>
            <a:ext cx="2733415" cy="1015663"/>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オブソレッセンスが確認された論文とそうでない論文の間に多峰性の差は極めて小さく、モデルとしては関係しないと（揺らぎである）考えられる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9481</TotalTime>
  <Words>1080</Words>
  <Application>Microsoft Macintosh PowerPoint</Application>
  <PresentationFormat>ワイド画面</PresentationFormat>
  <Paragraphs>134</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138</cp:revision>
  <dcterms:created xsi:type="dcterms:W3CDTF">2026-05-11T07:04:57Z</dcterms:created>
  <dcterms:modified xsi:type="dcterms:W3CDTF">2026-06-02T05:25:11Z</dcterms:modified>
</cp:coreProperties>
</file>