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057"/>
    <p:restoredTop sz="94669"/>
  </p:normalViewPr>
  <p:slideViewPr>
    <p:cSldViewPr snapToGrid="0">
      <p:cViewPr varScale="1">
        <p:scale>
          <a:sx n="149" d="100"/>
          <a:sy n="149" d="100"/>
        </p:scale>
        <p:origin x="94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2079917"/>
            <a:ext cx="12192000" cy="3416320"/>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(C r^-a)</a:t>
            </a:r>
            <a:r>
              <a:rPr kumimoji="1" lang="ja-JP" altLang="en-US"/>
              <a:t>にフィットさせた時の係数</a:t>
            </a:r>
            <a:r>
              <a:rPr kumimoji="1" lang="en-US" altLang="ja-JP"/>
              <a:t>a=0.5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581633" y="6409425"/>
            <a:ext cx="4498347"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782</TotalTime>
  <Words>997</Words>
  <Application>Microsoft Macintosh PowerPoint</Application>
  <PresentationFormat>ワイド画面</PresentationFormat>
  <Paragraphs>130</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114</cp:revision>
  <dcterms:created xsi:type="dcterms:W3CDTF">2026-05-11T07:04:57Z</dcterms:created>
  <dcterms:modified xsi:type="dcterms:W3CDTF">2026-05-13T07:10:43Z</dcterms:modified>
</cp:coreProperties>
</file>