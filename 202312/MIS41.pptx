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455"/>
    <p:restoredTop sz="94663"/>
  </p:normalViewPr>
  <p:slideViewPr>
    <p:cSldViewPr snapToGrid="0">
      <p:cViewPr varScale="1">
        <p:scale>
          <a:sx n="148" d="100"/>
          <a:sy n="148" d="100"/>
        </p:scale>
        <p:origin x="272"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2026/6/4</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US"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リバイバル性（被引用の多峰性）と被引用の寿命との関係</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13490"/>
            <a:ext cx="2759089" cy="646331"/>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endParaRPr kumimoji="1" lang="en-US" altLang="ja-JP"/>
          </a:p>
          <a:p>
            <a:r>
              <a:rPr kumimoji="1" lang="ja-JP" altLang="en-US"/>
              <a:t>の参照情報</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3021713"/>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852937"/>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45516" y="3852936"/>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559821"/>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34623" y="2927599"/>
            <a:ext cx="461891" cy="138878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50460" y="2932220"/>
            <a:ext cx="461892"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43027" y="4044227"/>
            <a:ext cx="461892" cy="137197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58865" y="4032036"/>
            <a:ext cx="461891"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790994"/>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275375"/>
            <a:ext cx="233621" cy="890858"/>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69970"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411962" y="1458806"/>
            <a:ext cx="2379390" cy="1261999"/>
          </a:xfrm>
          <a:prstGeom prst="bentConnector3">
            <a:avLst>
              <a:gd name="adj1" fmla="val 41119"/>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73396" y="6027003"/>
            <a:ext cx="2918604" cy="830997"/>
          </a:xfrm>
          <a:prstGeom prst="rect">
            <a:avLst/>
          </a:prstGeom>
          <a:noFill/>
        </p:spPr>
        <p:txBody>
          <a:bodyPr wrap="square" rtlCol="0">
            <a:spAutoFit/>
          </a:bodyPr>
          <a:lstStyle/>
          <a:p>
            <a:r>
              <a:rPr kumimoji="1" lang="en-US" altLang="ja-JP" sz="1200"/>
              <a:t>*https://sites.wip.nlm.nih.gov/bsd/medline_pubmed_production_stats.html</a:t>
            </a:r>
          </a:p>
          <a:p>
            <a:r>
              <a:rPr lang="en-US" altLang="ja-JP" sz="1200"/>
              <a:t>**PMID</a:t>
            </a:r>
            <a:r>
              <a:rPr lang="ja-JP" altLang="en-US" sz="1200"/>
              <a:t>のペア</a:t>
            </a:r>
            <a:endParaRPr kumimoji="1" lang="en-US" altLang="ja-JP" sz="1200"/>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21670"/>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22358"/>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3017159"/>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206379"/>
            <a:ext cx="3534305" cy="114"/>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182598" y="3419457"/>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3559544" y="6206379"/>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145474" y="2602052"/>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697215" y="2602052"/>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762142"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207080"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3885254" y="2725163"/>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331463" y="2802107"/>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95049" y="526285"/>
            <a:ext cx="5796951" cy="1754326"/>
          </a:xfrm>
          <a:prstGeom prst="rect">
            <a:avLst/>
          </a:prstGeom>
          <a:noFill/>
        </p:spPr>
        <p:txBody>
          <a:bodyPr wrap="squar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分位区間上位</a:t>
            </a:r>
            <a:r>
              <a:rPr lang="en-US" altLang="ja-JP"/>
              <a:t>1000</a:t>
            </a:r>
            <a:r>
              <a:rPr lang="ja-JP" altLang="en-US"/>
              <a:t>件では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この期間は既存の報告と整合的であることから時代を通して安定していると考えられる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オブソレッセンスが確認された論文とそうでない論文の間に多峰性の差は極めて小さく、モデルとしては関係しないと（揺らぎである）考えられる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11982091" cy="1200329"/>
          </a:xfrm>
          <a:prstGeom prst="rect">
            <a:avLst/>
          </a:prstGeom>
          <a:noFill/>
        </p:spPr>
        <p:txBody>
          <a:bodyPr wrap="squar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r>
              <a:rPr kumimoji="1" lang="en-US" altLang="ja-JP"/>
              <a:t> -&gt; </a:t>
            </a:r>
            <a:r>
              <a:rPr kumimoji="1" lang="ja-JP" altLang="en-US"/>
              <a:t>既存とは異なるアイデアに基づく新アルゴリズムを開発中</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9878</TotalTime>
  <Words>1091</Words>
  <Application>Microsoft Macintosh PowerPoint</Application>
  <PresentationFormat>ワイド画面</PresentationFormat>
  <Paragraphs>134</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143</cp:revision>
  <dcterms:created xsi:type="dcterms:W3CDTF">2026-05-11T07:04:57Z</dcterms:created>
  <dcterms:modified xsi:type="dcterms:W3CDTF">2026-06-04T08:09:48Z</dcterms:modified>
</cp:coreProperties>
</file>